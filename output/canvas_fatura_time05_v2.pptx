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83347026343b4" /><Relationship Type="http://schemas.openxmlformats.org/officeDocument/2006/relationships/extended-properties" Target="/docProps/app.xml" Id="R96f7d4c8fdad4df4" /><Relationship Type="http://schemas.openxmlformats.org/officeDocument/2006/relationships/officeDocument" Target="/ppt/presentation.xml" Id="Rd9835a38f2a346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1d138936c442f"/>
  </p:sldMasterIdLst>
  <p:notesMasterIdLst>
    <p:notesMasterId xmlns:r="http://schemas.openxmlformats.org/officeDocument/2006/relationships" r:id="R16fd0795a9004fee"/>
  </p:notesMasterIdLst>
  <p:sldIdLst>
    <p:sldId xmlns:r="http://schemas.openxmlformats.org/officeDocument/2006/relationships" id="256" r:id="Rc99b885c30bc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95521b56442fc" /><Relationship Type="http://schemas.openxmlformats.org/officeDocument/2006/relationships/slideMaster" Target="/ppt/slideMasters/slideMaster1.xml" Id="Rc3c1d138936c442f" /><Relationship Type="http://schemas.openxmlformats.org/officeDocument/2006/relationships/notesMaster" Target="/ppt/notesMasters/notesMaster1.xml" Id="R16fd0795a9004fee" /><Relationship Type="http://schemas.openxmlformats.org/officeDocument/2006/relationships/presProps" Target="/ppt/presProps.xml" Id="R13317df1f7824990" /><Relationship Type="http://schemas.openxmlformats.org/officeDocument/2006/relationships/viewProps" Target="/ppt/viewProps.xml" Id="R6b83fda26a0e46ef" /><Relationship Type="http://schemas.openxmlformats.org/officeDocument/2006/relationships/tableStyles" Target="/ppt/tableStyles.xml" Id="Rd2447ad9d99643a7" /><Relationship Type="http://schemas.openxmlformats.org/officeDocument/2006/relationships/slide" Target="/ppt/slides/slide1.xml" Id="Rc99b885c30bc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a04af87464f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95b0d0520426d" /><Relationship Type="http://schemas.openxmlformats.org/officeDocument/2006/relationships/notesMaster" Target="/ppt/notesMasters/notesMaster1.xml" Id="Rd1713f8fa475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síntese para o Time 05, não decisão formal da equipe. Fonte: transcrição pausada Solution planning for well-being, 26/09/2026 11h32, https://notes.granola.ai/d/e76330ae-b201-4aed-a503-b4a6ac5f5e79. CSV local: extrato_sintetico.csv.gz, 467.585 linhas, 1.000 IDs, ano 2025. 689 IDs têm microcategoria Pagamento de fatura e descrição terminada em parcial ou minimo; 327 IDs têm algum saldo_apos&lt;0. Grupos distintos: não somar nem presumir interseção. Não há valor total/vencimento/chave de fatura. Rótulos não provam atraso, motivo ou causalidade. A dificuldade de decisão é hipótese de dor. Registros de gasto no cartão e pagamento de fatura requerem conciliação. Arquitetura e métricas são propostas; ainda não implementadas/medidas. Recursos, fatura e condições adicionais usados na demo devem ser identificados como simulados ou confirmados. Não afirmar diferenciação já validada contra o IAI.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38a763bc7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0e6774fd8f4919" /><Relationship Type="http://schemas.openxmlformats.org/officeDocument/2006/relationships/slideLayout" Target="/ppt/slideLayouts/slideLayout1.xml" Id="R73ae47759dad47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e47759dad47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4605a49f8445a" /><Relationship Type="http://schemas.openxmlformats.org/officeDocument/2006/relationships/image" Target="/ppt/media/image.jpeg" Id="R40a779cff2d94867" /><Relationship Type="http://schemas.openxmlformats.org/officeDocument/2006/relationships/image" Target="/ppt/media/image.png" Id="R0840309b1136413a" /><Relationship Type="http://schemas.openxmlformats.org/officeDocument/2006/relationships/notesSlide" Target="/ppt/notesSlides/notesSlide1.xml" Id="R886c407459f8447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0a779cff2d948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0309b1136413a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Farol (provisório)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Quando a fatura não cabe no mês, o cliente não sabe como agir sem comprometer contas essenciais ou aumentar a dívida.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sintética: 689 perfis com parcial/mínimo; 327 com saldo negativo.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PF com sinais de pressão e pagamento parcial/mínimo, antes do vencimento confirmado da fatura.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Precisa decidir o que ajustar. Confirma fatura, recursos e contas essenciais.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Escolher e acompanhar um plano para a fatura antes do vencimento.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Detecta sinais e confirma lacunas.
2. Compara alternativas e efeitos.
3. Registra a ação e acompanha.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→ confirmar contexto → calcular cenários → orientar escolha → acompanhar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ADK/Gemini + BigQuery + Cloud Run. Valor e vencimento da fatura são dados adicionais.</a:t>
            </a: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Ações concluídas antes do vencimento; compreensão da decisão; recorrência do parcial/mínimo no piloto.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Na demo: cálculo, escolha e registro. Impacto financeiro ainda será testado.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Sinal de atenção → cliente confirma fatura → compara opções → escolhe uma ação → plano atualizado.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Dados sintéticos; vencimento simulado. Sem contratação ou pagamento real.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2026-09-26T15:36:25.5060000Z</dcterms:created>
  <dcterms:modified xsi:type="dcterms:W3CDTF">2026-09-26T15:36:25.5060000Z</dcterms:modified>
</coreProperties>
</file>